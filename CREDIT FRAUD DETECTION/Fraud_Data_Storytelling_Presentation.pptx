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Storytelling Presentation</a:t>
            </a:r>
          </a:p>
          <a:p>
            <a:r>
              <a:t>Project Overview &amp; Business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institutions lose millions due to fraud.</a:t>
            </a:r>
          </a:p>
          <a:p>
            <a:r>
              <a:t>Need to detect fraudulent transactions efficiently while minimizing false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Real-world transaction dataset (Kaggle)</a:t>
            </a:r>
          </a:p>
          <a:p>
            <a:r>
              <a:t>• Highly imbalanced data</a:t>
            </a:r>
          </a:p>
          <a:p>
            <a:r>
              <a:t>• Fraud cases &lt; 1%</a:t>
            </a:r>
          </a:p>
          <a:p>
            <a:r>
              <a:t>• Features are anonymized (PCA transformed)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imbalance</a:t>
            </a:r>
          </a:p>
          <a:p>
            <a:r>
              <a:t>• High cost of false negatives</a:t>
            </a:r>
          </a:p>
          <a:p>
            <a:r>
              <a:t>• Operational cost of investigations</a:t>
            </a:r>
          </a:p>
          <a:p>
            <a:r>
              <a:t>• Need for high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 &amp; scaling</a:t>
            </a:r>
          </a:p>
          <a:p>
            <a:r>
              <a:t>• Handling imbalance (sampling)</a:t>
            </a:r>
          </a:p>
          <a:p>
            <a:r>
              <a:t>• Model building (classification)</a:t>
            </a:r>
          </a:p>
          <a:p>
            <a:r>
              <a:t>• Evaluation using precision &amp;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Recall → Most frauds detected</a:t>
            </a:r>
          </a:p>
          <a:p>
            <a:r>
              <a:t>• Precision balanced to control false alerts</a:t>
            </a:r>
          </a:p>
          <a:p>
            <a:r>
              <a:t>• Focus on minimizing missed fraud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Calculated savings from detected frauds</a:t>
            </a:r>
          </a:p>
          <a:p>
            <a:r>
              <a:t>• Compared against investigation costs</a:t>
            </a:r>
          </a:p>
          <a:p>
            <a:r>
              <a:t>• Derived net business benefit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Increasing recall improves savings</a:t>
            </a:r>
          </a:p>
          <a:p>
            <a:r>
              <a:t>• Too many false positives increase cost</a:t>
            </a:r>
          </a:p>
          <a:p>
            <a:r>
              <a:t>• Balance between precision &amp; recall is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financial losses</a:t>
            </a:r>
          </a:p>
          <a:p>
            <a:r>
              <a:t>• Improved fraud detection efficiency</a:t>
            </a:r>
          </a:p>
          <a:p>
            <a:r>
              <a:t>• Better resource allocation</a:t>
            </a:r>
          </a:p>
          <a:p>
            <a:r>
              <a:t>• Supports decision-making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models provide measurable financial benefits when optimized properly.</a:t>
            </a:r>
          </a:p>
          <a:p>
            <a:r>
              <a:t>Data-driven decisions improve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